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868680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BFDBFE"/>
                </a:solidFill>
              </a:rPr>
              <a:t>STAY_NEXT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5394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Full Stack Airbnb-Inspired Rental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6517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A college project built with the MERN stack to demonstrate listing management, booking flow, wishlist, reviews, support tickets, and a realistic demo payment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3794760"/>
            <a:ext cx="1353312" cy="310896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3840480"/>
            <a:ext cx="13533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React +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3794760"/>
            <a:ext cx="1517904" cy="310896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3840480"/>
            <a:ext cx="15179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Node + Express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794760"/>
            <a:ext cx="1005840" cy="310896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384048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794760"/>
            <a:ext cx="1645920" cy="310896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384048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Role-Based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4572000"/>
            <a:ext cx="502920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73168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Professional project presentation generated from the current codebase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12064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DBFE"/>
                </a:solidFill>
              </a:rPr>
              <a:t>Ideal for viva, review, and demonstration use</a:t>
            </a:r>
          </a:p>
        </p:txBody>
      </p:sp>
      <p:pic>
        <p:nvPicPr>
          <p:cNvPr id="17" name="Picture 16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777240"/>
            <a:ext cx="4983480" cy="370332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720840" y="4572000"/>
            <a:ext cx="4572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4773168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Core modules: properties, bookings, payments, reviews, tickets, wishlist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5120640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Designed for realistic demo flow without real-money dependency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35508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40080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STAY_NEXT | Professional Project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96112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What the project delivers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45336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Project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Create an Airbnb-style booking platform for guests and hosts.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Show full-stack development skills through a realistic, demo-ready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45336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Primary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Guests browse, book, pay in demo mode, review stays, and raise support tickets.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Hosts manage property listings and view host-specific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545336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Business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Demonstrates role-based access, booking logic, and end-to-end platform flow.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Can be extended into a production-ready rental marketplace.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9476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8056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User Roles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79" y="379476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4041648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59669"/>
                </a:solidFill>
              </a:rPr>
              <a:t>7+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48056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Backend Modules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79476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041648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385C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48056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Unified Booking 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19" y="379476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79" y="4041648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97316"/>
                </a:solidFill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79" y="448056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Demo-Safe Payments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35508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40080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STAY_NEXT | Professional Project Deck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Problem and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96112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Why the platform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4155"/>
                </a:solidFill>
              </a:defRPr>
            </a:pPr>
            <a:r>
              <a:t>Travel and stay booking platforms need an easy way for users to search, compare, and reserve rental properties.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Hosts need a clean interface to manage listings and availability information.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College projects often show isolated modules, but evaluators prefer an end-to-end real-world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166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45920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</a:rPr>
              <a:t>Solution Approach</a:t>
            </a:r>
          </a:p>
        </p:txBody>
      </p:sp>
      <p:sp>
        <p:nvSpPr>
          <p:cNvPr id="9" name="Oval 8"/>
          <p:cNvSpPr/>
          <p:nvPr/>
        </p:nvSpPr>
        <p:spPr>
          <a:xfrm>
            <a:off x="6537960" y="2057400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03911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313432"/>
            <a:ext cx="4297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Filterable property browsing with detail pages and amenities.</a:t>
            </a:r>
          </a:p>
        </p:txBody>
      </p:sp>
      <p:sp>
        <p:nvSpPr>
          <p:cNvPr id="12" name="Oval 11"/>
          <p:cNvSpPr/>
          <p:nvPr/>
        </p:nvSpPr>
        <p:spPr>
          <a:xfrm>
            <a:off x="6537960" y="3063240"/>
            <a:ext cx="201168" cy="201168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3044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</a:rPr>
              <a:t>Reservation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319272"/>
            <a:ext cx="4297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Validated booking flow with price calculation and overlap checks.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4069080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405079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</a:rPr>
              <a:t>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325112"/>
            <a:ext cx="4297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Wishlist, reviews, support tickets, and realistic payment demo.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35508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40080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STAY_NEXT | Professional Project Deck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Feature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96112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Functional highlights from the current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53896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Property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288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Home page with location, price, and guest filters.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Property cards and detailed listing 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0168" y="132588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30168" y="1325880"/>
            <a:ext cx="73152" cy="182880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3048" y="1453896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Booking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18288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Date validation and guest-limit checks.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Booking history and cancellation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1968" y="132588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1968" y="1325880"/>
            <a:ext cx="73152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1453896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Demo Payments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8288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Realistic modal UI with success/failure simulation.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Backend updates booking and payment 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73768" y="132588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73768" y="1325880"/>
            <a:ext cx="73152" cy="1828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1453896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Wishlist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648" y="182880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Save favorite properties for later.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42900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42900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557016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93192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Only confirmed bookings can submit feedback.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Average rating and review list are displayed.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30168" y="342900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30168" y="3429000"/>
            <a:ext cx="73152" cy="182880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3048" y="3557016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Support Tickets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3048" y="393192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Guests can raise booking-linked tickets.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Admin-ready ticket handling routes exist.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01968" y="3429000"/>
            <a:ext cx="4937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1968" y="3429000"/>
            <a:ext cx="73152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4848" y="3557016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Role-Based 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3931920"/>
            <a:ext cx="4617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Guest, host, and admin routes are protected through a dedicated ProtectedRoute component.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Navbar and page access change according to user role.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35508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640080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STAY_NEXT | Professional Project Deck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96112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Frameworks and libraries used in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08760"/>
            <a:ext cx="257860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36776"/>
            <a:ext cx="23042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225856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React 19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Vite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React Router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Axios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Custom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93591" y="1508760"/>
            <a:ext cx="257860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93591" y="1508760"/>
            <a:ext cx="73152" cy="356616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1" y="1636776"/>
            <a:ext cx="23042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1" y="2011680"/>
            <a:ext cx="225856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Node.js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Express.js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JWT Auth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bcryptjs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Multer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3952" y="1508760"/>
            <a:ext cx="257860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3952" y="1508760"/>
            <a:ext cx="73152" cy="3566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1636776"/>
            <a:ext cx="23042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2011680"/>
            <a:ext cx="225856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MongoDB Atlas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Mongoose ODM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Relational model references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54311" y="1508760"/>
            <a:ext cx="257860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54311" y="1508760"/>
            <a:ext cx="73152" cy="3566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37191" y="1636776"/>
            <a:ext cx="23042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Tooling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1" y="2011680"/>
            <a:ext cx="225856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Git &amp; GitHub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npm scripts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VS Code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Local environment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</a:rPr>
              <a:t>The application follows a standard client-server architecture: React consumes REST APIs from Express, while MongoDB stores the persistent application data.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35508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40080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STAY_NEXT | Professional Project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96112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How the application layers interact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2103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0487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F172A"/>
                </a:solidFill>
              </a:rPr>
              <a:t>React 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2148840"/>
            <a:ext cx="2103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240487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F172A"/>
                </a:solidFill>
              </a:rPr>
              <a:t>Express 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2148840"/>
            <a:ext cx="2103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240487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F172A"/>
                </a:solidFill>
              </a:rPr>
              <a:t>Controllers + Business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2148840"/>
            <a:ext cx="2103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240487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F172A"/>
                </a:solidFill>
              </a:rPr>
              <a:t>MongoDB Database</a:t>
            </a:r>
          </a:p>
        </p:txBody>
      </p:sp>
      <p:sp>
        <p:nvSpPr>
          <p:cNvPr id="12" name="Chevron 11"/>
          <p:cNvSpPr/>
          <p:nvPr/>
        </p:nvSpPr>
        <p:spPr>
          <a:xfrm>
            <a:off x="2834640" y="2395728"/>
            <a:ext cx="347472" cy="384048"/>
          </a:xfrm>
          <a:prstGeom prst="chevron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5486400" y="2395728"/>
            <a:ext cx="347472" cy="384048"/>
          </a:xfrm>
          <a:prstGeom prst="chevron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8138160" y="2395728"/>
            <a:ext cx="347472" cy="384048"/>
          </a:xfrm>
          <a:prstGeom prst="chevron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34155"/>
                </a:solidFill>
              </a:defRPr>
            </a:pPr>
            <a:r>
              <a:t>Frontend pages call service functions that hit `/api` endpoints.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Express routes dispatch requests to controllers for auth, properties, bookings, payments, reviews, tickets, and wishlist.</a:t>
            </a:r>
          </a:p>
          <a:p>
            <a:pPr>
              <a:defRPr sz="1700">
                <a:solidFill>
                  <a:srgbClr val="334155"/>
                </a:solidFill>
              </a:defRPr>
            </a:pPr>
            <a:r>
              <a:t>Mongoose models enforce structure and relationships between users, properties, and bookings.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35508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STAY_NEXT | Professional Project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96112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The user journey from discovery to confirmation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190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00784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</a:rPr>
              <a:t>Browse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User explores listings and filters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5544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1" y="17190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9" y="1700784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</a:rPr>
              <a:t>Inspect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1031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Property details page shows price, images, amenities, and reviews.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7190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700784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</a:rPr>
              <a:t>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031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Guest chooses dates and creates a booking.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6393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621024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</a:rPr>
              <a:t>Pay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Demo payment modal simulates a real checkout.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4747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1" y="36393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3621024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</a:rPr>
              <a:t>Confirm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39" y="40233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Backend marks payment successful and booking confirmed.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4747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36393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621024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</a:rPr>
              <a:t>Engage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0233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User can track bookings, review stay, or raise support tickets.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35508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40080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STAY_NEXT | Professional Project Deck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UI and Demo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96112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Visual emphasis areas in the frontend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325880"/>
            <a:ext cx="64008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554480"/>
            <a:ext cx="6035040" cy="3611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325880"/>
            <a:ext cx="4023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52360" y="132588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453896"/>
            <a:ext cx="3749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Design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828800"/>
            <a:ext cx="3703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Clean rental-platform aesthetic with responsive layouts.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Project-specific demo payment interface for presentation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2926080"/>
            <a:ext cx="4023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2926080"/>
            <a:ext cx="73152" cy="141732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3054096"/>
            <a:ext cx="3749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Interaction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429000"/>
            <a:ext cx="3703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Protected routes, wishlist toggle, review form, and booking actions.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Guest dashboard and booking state updates are visible after 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4526280"/>
            <a:ext cx="4023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4526280"/>
            <a:ext cx="73152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4654296"/>
            <a:ext cx="3749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Presentation Advantage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5029200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Looks realistic without requiring live gateway accounts or real-money transactions.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35508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40080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STAY_NEXT | Professional Project Deck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Challenges, Learnings,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96112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What was solved and what can be improved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747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3840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4533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Key Challenges Solved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154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Validating booking dates and avoiding overlaps.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Managing guest/host/admin route protection cleanly.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Designing a convincing demo payment workflow without external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747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73152" cy="384048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4533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Project Learnings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154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Full-stack integration between React, Express, and MongoDB.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RESTful API design with controller-based structure.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Role-aware UI design and state-driven user experience.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4747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73152" cy="3840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4533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Future Enhancements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154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Real payment gateway integration such as Razorpay or Stripe.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Complete host bookings dashboard and admin analytics.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Deployment, notifications, invoices, and map-based search.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35508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STAY_NEXT | Professional Project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874519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</a:rPr>
              <a:t>STAY_NEXT demonstrates a polished full-stack rental booking workflow with realistic user experience, modular backend design, and strong future scalability.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3063240"/>
            <a:ext cx="539496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34290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Questions and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794760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BFDBFE"/>
                </a:solidFill>
              </a:rPr>
              <a:t>Project: STAY_NEXT | MERN Stack Airbnb Clone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5074920"/>
            <a:ext cx="4023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Prepared from the current source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35508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0080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STAY_NEXT | Professional Project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