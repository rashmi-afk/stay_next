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4937760"/>
            <a:ext cx="2743200" cy="2743200"/>
          </a:xfrm>
          <a:prstGeom prst="ellipse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3291840"/>
          </a:xfrm>
          <a:prstGeom prst="ellipse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4480560"/>
            <a:ext cx="2011680" cy="2011680"/>
          </a:xfrm>
          <a:prstGeom prst="ellipse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58368"/>
            <a:ext cx="1874519" cy="347472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MERN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STAY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488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DAE8EE"/>
                </a:solidFill>
                <a:latin typeface="Aptos"/>
              </a:defRPr>
            </a:pPr>
            <a:r>
              <a:t>Airbnb-style Property Booking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346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DFE7"/>
                </a:solidFill>
                <a:latin typeface="Aptos"/>
              </a:defRPr>
            </a:pPr>
            <a:r>
              <a:t>A simple presentation covering project functionality, admin-user-host workflows, booking/payment pipeline, security, testing, and future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2011680" cy="41148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3977639"/>
            <a:ext cx="2011680" cy="41148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F33"/>
                </a:solidFill>
                <a:latin typeface="Aptos"/>
              </a:defRPr>
            </a:pPr>
            <a:r>
              <a:t>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3977639"/>
            <a:ext cx="2011680" cy="41148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5D7E0"/>
                </a:solidFill>
                <a:latin typeface="Aptos"/>
              </a:defRPr>
            </a:pPr>
            <a:r>
              <a:t>Prepared from the current project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StayNext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Simple structured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Presentation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438912" cy="38404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562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6537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5B6B"/>
                </a:solidFill>
                <a:latin typeface="Aptos"/>
              </a:defRPr>
            </a:pPr>
            <a:r>
              <a:t>What StayNext solves and who uses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87752"/>
            <a:ext cx="438912" cy="38404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69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7860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5B6B"/>
                </a:solidFill>
                <a:latin typeface="Aptos"/>
              </a:defRPr>
            </a:pPr>
            <a:r>
              <a:t>Frontend, backend, database,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00984"/>
            <a:ext cx="438912" cy="38404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282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Role-wise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91840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5B6B"/>
                </a:solidFill>
                <a:latin typeface="Aptos"/>
              </a:defRPr>
            </a:pPr>
            <a:r>
              <a:t>User, host, and admin functionality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14215"/>
            <a:ext cx="438912" cy="38404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995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Main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00507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5B6B"/>
                </a:solidFill>
                <a:latin typeface="Aptos"/>
              </a:defRPr>
            </a:pPr>
            <a:r>
              <a:t>Booking, payment, stay, support, and deployment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27448"/>
            <a:ext cx="438912" cy="38404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709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Security + 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718304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5B6B"/>
                </a:solidFill>
                <a:latin typeface="Aptos"/>
              </a:defRPr>
            </a:pPr>
            <a:r>
              <a:t>Protection added now and improvements 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StayNext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What Is StayNext?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9384"/>
            <a:ext cx="3337560" cy="30175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37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109728" cy="301752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926079" cy="22402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Connect guests with stay properties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Allow hosts to list and manage rentals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Give admins control over users, bookings, payments, and support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Provide a complete booking-to-checkout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929384"/>
            <a:ext cx="3337560" cy="30175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3337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874519"/>
            <a:ext cx="109728" cy="301752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574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Main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14600"/>
            <a:ext cx="2926079" cy="22402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Guest/User: searches, books, pays, reviews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Host: adds properties and tracks bookings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Admin: approves hosts and monitors platform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29384"/>
            <a:ext cx="3337560" cy="30175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1874519"/>
            <a:ext cx="3337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79" y="1874519"/>
            <a:ext cx="109728" cy="301752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574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Project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14600"/>
            <a:ext cx="2926079" cy="22402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Realistic Airbnb-style experience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Role-based dashboard design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Demo payment gateway flow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Notifications and support ticket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B1F33"/>
                </a:solidFill>
                <a:latin typeface="Aptos"/>
              </a:defRPr>
            </a:pPr>
            <a:r>
              <a:t>Result: a full-stack rental booking platform with practical user journeys from property discovery to stay completion.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Frontend + Backend +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Tools And Technologies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75104"/>
            <a:ext cx="2606040" cy="3520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20240"/>
            <a:ext cx="26060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09728" cy="352044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219456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React 19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Vite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React Router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Axios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React Toastify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Responsive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1975104"/>
            <a:ext cx="2606040" cy="3520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3864" y="1920240"/>
            <a:ext cx="26060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83864" y="1920240"/>
            <a:ext cx="109728" cy="352044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2560320"/>
            <a:ext cx="219456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Node.js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Express 5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REST APIs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JWT auth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Multer upload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Rate limiting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975104"/>
            <a:ext cx="2606040" cy="3520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1920240"/>
            <a:ext cx="26060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1920240"/>
            <a:ext cx="109728" cy="352044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560320"/>
            <a:ext cx="219456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MongoDB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Mongoose models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Users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Properties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Bookings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Payments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Tickets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1975104"/>
            <a:ext cx="2606040" cy="3520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62872" y="1920240"/>
            <a:ext cx="26060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62872" y="1920240"/>
            <a:ext cx="109728" cy="3520440"/>
          </a:xfrm>
          <a:prstGeom prst="round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560320"/>
            <a:ext cx="219456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Node test runner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Model validation tests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Stay status service tests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Frontend lint/build scripts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How components communicate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High-Level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83664"/>
            <a:ext cx="2148840" cy="18288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09728" cy="182880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73736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Pages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Protected routes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Role dashboards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Axios services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99232" y="2377440"/>
            <a:ext cx="1417320" cy="566928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883664"/>
            <a:ext cx="2148840" cy="18288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8288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828800"/>
            <a:ext cx="109728" cy="182880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011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Express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468880"/>
            <a:ext cx="173736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Controllers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Routes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Middleware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03720" y="2377440"/>
            <a:ext cx="1417320" cy="566928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Mongoose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1883664"/>
            <a:ext cx="2148840" cy="18288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2" y="18288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85632" y="1828800"/>
            <a:ext cx="109728" cy="182880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2011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2468880"/>
            <a:ext cx="173736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Persistent records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Relations using refs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Paginated queries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443983"/>
            <a:ext cx="2743200" cy="11887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438912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1560" y="4389120"/>
            <a:ext cx="109728" cy="1188720"/>
          </a:xfrm>
          <a:prstGeom prst="round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5720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Security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2331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JWT token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Role checks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Security headers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Rate 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443983"/>
            <a:ext cx="2743200" cy="11887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09160" y="438912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9160" y="4389120"/>
            <a:ext cx="109728" cy="118872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5720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Background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029200"/>
            <a:ext cx="2331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Stay status sync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Check-in reminders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Check-out reminders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443983"/>
            <a:ext cx="2743200" cy="11887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66760" y="438912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66760" y="4389120"/>
            <a:ext cx="109728" cy="118872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45720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Shared 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029200"/>
            <a:ext cx="2331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Notifications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Uploads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Support tickets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User, Host,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ACCESS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Three Main Roles In The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9384"/>
            <a:ext cx="3246120" cy="32461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109728" cy="324612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User / Guest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2834639" cy="24688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Browse and filter stays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Book properties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Complete demo payment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Manage bookings and wishlist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Raise tickets and add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29384"/>
            <a:ext cx="3246120" cy="32461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1874519"/>
            <a:ext cx="109728" cy="324612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0574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14600"/>
            <a:ext cx="2834639" cy="24688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Register as host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Wait for admin approval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Add, update, delete properties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View bookings for own properties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Track guest stay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29384"/>
            <a:ext cx="3246120" cy="32461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1874519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79" y="1874519"/>
            <a:ext cx="109728" cy="324612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574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14600"/>
            <a:ext cx="2834639" cy="24688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Dashboard overview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Approve or reject hosts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Monitor all bookings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Track all payments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Reply to support 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User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Guest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User / Guest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9384"/>
            <a:ext cx="3154680" cy="1234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109728" cy="123444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743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Filter properties by location, price, and guests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929384"/>
            <a:ext cx="3154680" cy="1234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874519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874519"/>
            <a:ext cx="109728" cy="123444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514600"/>
            <a:ext cx="2743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Open property details, amenities, host info, and reviews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929384"/>
            <a:ext cx="3154680" cy="1234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1874519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1874519"/>
            <a:ext cx="109728" cy="123444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514600"/>
            <a:ext cx="2743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Select check-in, check-out, guests, and create booking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21024"/>
            <a:ext cx="3154680" cy="1234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5661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566160"/>
            <a:ext cx="109728" cy="123444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2743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Use demo checkout: card, UPI, net banking, wallet, or cash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3621024"/>
            <a:ext cx="3154680" cy="1234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16552" y="35661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16552" y="3566160"/>
            <a:ext cx="109728" cy="123444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Stay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206240"/>
            <a:ext cx="2743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Punch in on check-in day and punch out on checkout 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4" y="3621024"/>
            <a:ext cx="3154680" cy="12344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47304" y="35661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47304" y="3566160"/>
            <a:ext cx="109728" cy="123444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206240"/>
            <a:ext cx="27432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Wishlist stays, write reviews, raise tickets, read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Host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Property owner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Host Work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5800" y="2148840"/>
            <a:ext cx="1783080" cy="594360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97480" y="2148840"/>
            <a:ext cx="1965960" cy="594360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Admin Approval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2040" y="2148840"/>
            <a:ext cx="1783080" cy="594360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List Property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03720" y="2148840"/>
            <a:ext cx="1920240" cy="594360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Manage Listing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52560" y="2148840"/>
            <a:ext cx="2011680" cy="594360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Track Bookings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12463"/>
            <a:ext cx="3200400" cy="15087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3200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109728" cy="150876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Property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278892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Add title, description, location, price, images, amenities, and max guests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Edit or delete only own properties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12463"/>
            <a:ext cx="3200400" cy="15087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60" y="3657600"/>
            <a:ext cx="3200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80560" y="3657600"/>
            <a:ext cx="109728" cy="150876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840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Booking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297680"/>
            <a:ext cx="278892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View bookings linked to host properties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See guest, stay dates, payment status, and total amount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712463"/>
            <a:ext cx="3200400" cy="15087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3657600"/>
            <a:ext cx="3200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79" y="3657600"/>
            <a:ext cx="109728" cy="150876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404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Host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278892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New booking request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Payment success or failure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check-in/check-out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Admin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Back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Admin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83664"/>
            <a:ext cx="3246120" cy="17373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9728" cy="173736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2834639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Total bookings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Successful and pending payments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Revenue and occupancy signal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Auto-refresh every 30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83664"/>
            <a:ext cx="3246120" cy="17373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109728" cy="173736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68880"/>
            <a:ext cx="2834639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Search users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Filter host approval status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Approve or reject host accounts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Notify hosts after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883664"/>
            <a:ext cx="3246120" cy="17373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59" y="1828800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59" y="1828800"/>
            <a:ext cx="109728" cy="173736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468880"/>
            <a:ext cx="2834639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View every booking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and host details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Booking, payment, and stay status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Punch-in/out timestamps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32503"/>
            <a:ext cx="3246120" cy="17373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977639"/>
            <a:ext cx="109728" cy="1737360"/>
          </a:xfrm>
          <a:prstGeom prst="round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17720"/>
            <a:ext cx="2834639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All transactions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Payment method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Amount and transaction ID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Successful, pending, failed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032503"/>
            <a:ext cx="3246120" cy="173736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3977639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109728" cy="173736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16052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Support Tickets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617720"/>
            <a:ext cx="2834639" cy="9601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View all tickets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Change ticket status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Add admin reply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Notify user when ticket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Booking And Payment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Main business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How Booking Pipeline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20824"/>
            <a:ext cx="1572768" cy="157276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15727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109728" cy="157276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1.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39"/>
            <a:ext cx="1161288" cy="7955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filters properties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599" y="2020824"/>
            <a:ext cx="1572768" cy="157276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68879" y="1965960"/>
            <a:ext cx="15727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8879" y="1965960"/>
            <a:ext cx="109728" cy="1572768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2148840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2. 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606039"/>
            <a:ext cx="1161288" cy="7955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opens property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020824"/>
            <a:ext cx="1572768" cy="157276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965960"/>
            <a:ext cx="15727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1965960"/>
            <a:ext cx="109728" cy="1572768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148840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3.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606039"/>
            <a:ext cx="1161288" cy="7955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Backend checks date, guests, overlap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020824"/>
            <a:ext cx="1572768" cy="157276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965960"/>
            <a:ext cx="15727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965960"/>
            <a:ext cx="109728" cy="157276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148840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4. 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06039"/>
            <a:ext cx="1161288" cy="7955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Pending booking is created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020824"/>
            <a:ext cx="1572768" cy="157276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1965960"/>
            <a:ext cx="15727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1965960"/>
            <a:ext cx="109728" cy="1572768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48840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5. 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606039"/>
            <a:ext cx="1161288" cy="7955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Demo payment record is created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2020824"/>
            <a:ext cx="1572768" cy="157276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66960" y="1965960"/>
            <a:ext cx="15727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66960" y="1965960"/>
            <a:ext cx="109728" cy="1572768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2148840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6. 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2606039"/>
            <a:ext cx="1161288" cy="7955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Payment success confirms 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3"/>
                </a:solidFill>
                <a:latin typeface="Aptos"/>
              </a:defRPr>
            </a:pPr>
            <a:r>
              <a:t>Important status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4C5B6B"/>
                </a:solidFill>
                <a:latin typeface="Aptos"/>
              </a:defRPr>
            </a:pPr>
            <a:r>
              <a:t>New booking starts as bookingStatus: pending and paymentStatus: pending.</a:t>
            </a:r>
          </a:p>
          <a:p>
            <a:pPr>
              <a:spcAft>
                <a:spcPts val="700"/>
              </a:spcAft>
              <a:defRPr sz="1500">
                <a:solidFill>
                  <a:srgbClr val="4C5B6B"/>
                </a:solidFill>
                <a:latin typeface="Aptos"/>
              </a:defRPr>
            </a:pPr>
            <a:r>
              <a:t>Successful payment changes bookingStatus to confirmed and paymentStatus to paid.</a:t>
            </a:r>
          </a:p>
          <a:p>
            <a:pPr>
              <a:spcAft>
                <a:spcPts val="700"/>
              </a:spcAft>
              <a:defRPr sz="1500">
                <a:solidFill>
                  <a:srgbClr val="4C5B6B"/>
                </a:solidFill>
                <a:latin typeface="Aptos"/>
              </a:defRPr>
            </a:pPr>
            <a:r>
              <a:t>Failed payment cancels booking and marks paymentStatus as failed.</a:t>
            </a:r>
          </a:p>
          <a:p>
            <a:pPr>
              <a:spcAft>
                <a:spcPts val="700"/>
              </a:spcAft>
              <a:defRPr sz="1500">
                <a:solidFill>
                  <a:srgbClr val="4C5B6B"/>
                </a:solidFill>
                <a:latin typeface="Aptos"/>
              </a:defRPr>
            </a:pPr>
            <a:r>
              <a:t>Notifications are sent to guest and host during booking/payment updates.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Stay Management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Check-in and check-out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How Stay Status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020824"/>
            <a:ext cx="1920240" cy="15544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109728" cy="155448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Upcoming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06039"/>
            <a:ext cx="15087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Confirmed and paid booking before check-in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020824"/>
            <a:ext cx="1920240" cy="15544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196596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1965960"/>
            <a:ext cx="109728" cy="155448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488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Ready For Check-In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606039"/>
            <a:ext cx="15087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Check-in date reached and guest has not punched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2020824"/>
            <a:ext cx="1920240" cy="15544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93792" y="196596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93792" y="1965960"/>
            <a:ext cx="109728" cy="155448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21488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Checked-In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606039"/>
            <a:ext cx="15087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records punch-in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2020824"/>
            <a:ext cx="1920240" cy="15544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61504" y="196596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61504" y="1965960"/>
            <a:ext cx="109728" cy="155448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21488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Ready For Check-Out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606039"/>
            <a:ext cx="15087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Checkout date reached after punch-in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74936" y="2020824"/>
            <a:ext cx="1920240" cy="15544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29216" y="196596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29216" y="1965960"/>
            <a:ext cx="109728" cy="155448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7816" y="21488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Checked-Out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606039"/>
            <a:ext cx="15087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records punch-out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443983"/>
            <a:ext cx="4892040" cy="13258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4389120"/>
            <a:ext cx="4892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389120"/>
            <a:ext cx="109728" cy="132588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57200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Background Reminder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029200"/>
            <a:ext cx="4480559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Runs when backend starts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Checks bookings every 60 seconds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Creates check-in and check-out reminders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443983"/>
            <a:ext cx="4892040" cy="13258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80" y="4389120"/>
            <a:ext cx="4892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4389120"/>
            <a:ext cx="109728" cy="132588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57200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User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029200"/>
            <a:ext cx="4480559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Punch in allowed from check-in day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Punch out allowed from checkout day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Host and guest receive stay 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Notification And Support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Communication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How Updates Reach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83664"/>
            <a:ext cx="3108960" cy="33832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1089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109728" cy="338328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Notification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2697479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Booking created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Payment success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Payment failed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Host approved/rejected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Ticket created/updated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Check-in/out reminders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83664"/>
            <a:ext cx="3108960" cy="33832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31089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828800"/>
            <a:ext cx="109728" cy="338328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Notification Inbox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68880"/>
            <a:ext cx="2697479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Each user sees only own notifications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Unread count is shown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User can mark notification as read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Browser alerts can be enabled from profile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883664"/>
            <a:ext cx="3108960" cy="338328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1089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1828800"/>
            <a:ext cx="109728" cy="338328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011680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Support 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697479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creates ticket for a booking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Admins receive ticket notification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Admin updates status and reply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Guest is notified after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MongoDB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Main Data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83664"/>
            <a:ext cx="5074920" cy="9144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09728" cy="91440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663440" cy="137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name, email, password, role, hostApprovalStatus, notificationPreferences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83664"/>
            <a:ext cx="5074920" cy="9144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109728" cy="91440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68880"/>
            <a:ext cx="4663440" cy="137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title, description, location, pricePerNight, images, amenities, host, maxGuests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18104"/>
            <a:ext cx="5074920" cy="9144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063240"/>
            <a:ext cx="109728" cy="91440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4663440" cy="137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user, property, dates, guests, totalPrice, booking/payment/stay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118104"/>
            <a:ext cx="5074920" cy="9144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306324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3063240"/>
            <a:ext cx="109728" cy="91440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4663440" cy="137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booking, user, amount, method, transactionId,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52544"/>
            <a:ext cx="5074920" cy="9144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29768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4297680"/>
            <a:ext cx="109728" cy="91440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80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37760"/>
            <a:ext cx="4663440" cy="137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user, booking, property, subject, message, status, adminReply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352544"/>
            <a:ext cx="5074920" cy="9144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429768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4297680"/>
            <a:ext cx="109728" cy="91440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480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Review + Wishlist + Notification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937760"/>
            <a:ext cx="4663440" cy="137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ratings, saved properties, and event messages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Security And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Protection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How The Project Is Protected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83664"/>
            <a:ext cx="3246120" cy="29718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109728" cy="297180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2834639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JWT token after login/register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Token sent in Authorization header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Unauthorized users redirected to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83664"/>
            <a:ext cx="3246120" cy="29718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1828800"/>
            <a:ext cx="109728" cy="297180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68880"/>
            <a:ext cx="2834639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Protected frontend routes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Backend protect middleware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Admin-only APIs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Approved-host-only property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883664"/>
            <a:ext cx="3246120" cy="297180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109728" cy="297180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API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68880"/>
            <a:ext cx="2834639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Security headers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Content-type sniffing disabled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Frame embedding denied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Permissions policy restricted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Rate limit for APIs and auth 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Password security: user passwords are hashed using bcrypt before saving in MongoDB.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Development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How project runs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Project Pipeline /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09728" cy="141732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Frontend + backend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4884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48840" y="1874519"/>
            <a:ext cx="109728" cy="141732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npm install in both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9476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94760" y="1874519"/>
            <a:ext cx="109728" cy="141732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Set MongoDB URI and JWT secret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4068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40680" y="1874519"/>
            <a:ext cx="109728" cy="141732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Create demo admin/properties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8660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86600" y="1874519"/>
            <a:ext cx="109728" cy="141732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Run backend node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3252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32520" y="1874519"/>
            <a:ext cx="109728" cy="141732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Run frontend production build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1929384"/>
            <a:ext cx="1344168" cy="141732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78440" y="1874519"/>
            <a:ext cx="1344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378440" y="1874519"/>
            <a:ext cx="109728" cy="141732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2057400"/>
            <a:ext cx="932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2514600"/>
            <a:ext cx="932688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Start backend + Vite frontend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032503"/>
            <a:ext cx="5120640" cy="14630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" y="3977639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3977639"/>
            <a:ext cx="109728" cy="146304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4160520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Current Scripts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4617720"/>
            <a:ext cx="4709159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Backend: npm run dev, npm start, npm test, seed:admin, seed:demo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Frontend: npm run dev, npm run build, npm run lint, npm run preview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032503"/>
            <a:ext cx="5120640" cy="1463040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55080" y="3977639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55080" y="3977639"/>
            <a:ext cx="109728" cy="146304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160520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CI/CD 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617720"/>
            <a:ext cx="4709159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No project-level GitHub Actions/Docker pipeline found in the current repo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Recommended enhancement: automate lint, test, build, and deploy steps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Backend API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Route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Main REST API Areas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37943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109728" cy="74980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register,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37943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78308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783080"/>
            <a:ext cx="109728" cy="749808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search, details, host CRUD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98064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743200"/>
            <a:ext cx="109728" cy="749808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9260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328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create, cancel, my bookings, host/admin bookings, punch in/out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798064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274320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743200"/>
            <a:ext cx="109728" cy="749808"/>
          </a:xfrm>
          <a:prstGeom prst="round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9260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8328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create, success, fail, my payments, all payments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58183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70332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3703320"/>
            <a:ext cx="109728" cy="74980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8620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/api/tickets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create, my tickets, all tickets, admin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758183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370332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3703320"/>
            <a:ext cx="109728" cy="749808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88620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34340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profile, update profile, admin user list, host approval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18304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4360" y="466344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4360" y="4663440"/>
            <a:ext cx="109728" cy="749808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8463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30352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my notifications, mark read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718304"/>
            <a:ext cx="5212080" cy="74980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9360" y="4663440"/>
            <a:ext cx="5212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09360" y="4663440"/>
            <a:ext cx="109728" cy="749808"/>
          </a:xfrm>
          <a:prstGeom prst="round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8463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/api/wishlist + /api/reviews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303520"/>
            <a:ext cx="4800600" cy="-27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saved properties and guest reviews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1828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2DFE7"/>
                </a:solidFill>
                <a:latin typeface="Aptos"/>
              </a:defRPr>
            </a:pPr>
            <a:r>
              <a:t>Next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C5B6B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83664"/>
            <a:ext cx="3246120" cy="148132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2461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9728" cy="148132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Real Payment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2834639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Integrate Razorpay/Stripe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Webhook-based payment verification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Refund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83664"/>
            <a:ext cx="3246120" cy="148132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2461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109728" cy="1481328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Advanced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68880"/>
            <a:ext cx="2834639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Map-based search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Date availability calendar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Category and amenity filters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883664"/>
            <a:ext cx="3246120" cy="148132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59" y="1828800"/>
            <a:ext cx="32461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59" y="1828800"/>
            <a:ext cx="109728" cy="1481328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01168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CI/CD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468880"/>
            <a:ext cx="2834639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GitHub Actions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Automated lint/test/build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Cloud deployment to Vercel/Render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49624"/>
            <a:ext cx="3246120" cy="148132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794760"/>
            <a:ext cx="32461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109728" cy="1481328"/>
          </a:xfrm>
          <a:prstGeom prst="round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4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2834639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Email/SMS notifications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Chat between guest and host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Admin broadcast messages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849624"/>
            <a:ext cx="3246120" cy="148132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3794760"/>
            <a:ext cx="32461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3794760"/>
            <a:ext cx="109728" cy="1481328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97764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Trust And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434840"/>
            <a:ext cx="2834639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KYC for hosts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Image moderation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Cancellation/refund policies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849624"/>
            <a:ext cx="3246120" cy="1481328"/>
          </a:xfrm>
          <a:prstGeom prst="roundRect">
            <a:avLst/>
          </a:prstGeom>
          <a:solidFill>
            <a:srgbClr val="D2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59" y="3794760"/>
            <a:ext cx="32461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59" y="3794760"/>
            <a:ext cx="109728" cy="1481328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59" y="397764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4434840"/>
            <a:ext cx="2834639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Revenue charts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Occupancy trends</a:t>
            </a:r>
          </a:p>
          <a:p>
            <a:pPr>
              <a:spcAft>
                <a:spcPts val="700"/>
              </a:spcAft>
              <a:defRPr sz="1280">
                <a:solidFill>
                  <a:srgbClr val="4C5B6B"/>
                </a:solidFill>
                <a:latin typeface="Aptos"/>
              </a:defRPr>
            </a:pPr>
            <a:r>
              <a:t>Host performance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C5B6B"/>
                </a:solidFill>
                <a:latin typeface="Aptos"/>
              </a:defRPr>
            </a:pPr>
            <a:r>
              <a:t>StayNext | Airbnb-style MERN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640080"/>
            <a:ext cx="2286000" cy="2286000"/>
          </a:xfrm>
          <a:prstGeom prst="ellipse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5212080"/>
            <a:ext cx="2194560" cy="2194560"/>
          </a:xfrm>
          <a:prstGeom prst="ellipse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594360"/>
            <a:ext cx="1234440" cy="1234440"/>
          </a:xfrm>
          <a:prstGeom prst="ellipse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Recommended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950976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DCEBF0"/>
                </a:solidFill>
                <a:latin typeface="Aptos"/>
              </a:defRPr>
            </a:pPr>
            <a:r>
              <a:t>1. Register/login as guest and search properties.</a:t>
            </a:r>
          </a:p>
          <a:p>
            <a:pPr>
              <a:spcAft>
                <a:spcPts val="700"/>
              </a:spcAft>
              <a:defRPr sz="1800">
                <a:solidFill>
                  <a:srgbClr val="DCEBF0"/>
                </a:solidFill>
                <a:latin typeface="Aptos"/>
              </a:defRPr>
            </a:pPr>
            <a:r>
              <a:t>2. Open a property, create booking, and complete demo payment.</a:t>
            </a:r>
          </a:p>
          <a:p>
            <a:pPr>
              <a:spcAft>
                <a:spcPts val="700"/>
              </a:spcAft>
              <a:defRPr sz="1800">
                <a:solidFill>
                  <a:srgbClr val="DCEBF0"/>
                </a:solidFill>
                <a:latin typeface="Aptos"/>
              </a:defRPr>
            </a:pPr>
            <a:r>
              <a:t>3. Show My Bookings, notifications, and support ticket creation.</a:t>
            </a:r>
          </a:p>
          <a:p>
            <a:pPr>
              <a:spcAft>
                <a:spcPts val="700"/>
              </a:spcAft>
              <a:defRPr sz="1800">
                <a:solidFill>
                  <a:srgbClr val="DCEBF0"/>
                </a:solidFill>
                <a:latin typeface="Aptos"/>
              </a:defRPr>
            </a:pPr>
            <a:r>
              <a:t>4. Login as host to show property management and host bookings.</a:t>
            </a:r>
          </a:p>
          <a:p>
            <a:pPr>
              <a:spcAft>
                <a:spcPts val="700"/>
              </a:spcAft>
              <a:defRPr sz="1800">
                <a:solidFill>
                  <a:srgbClr val="DCEBF0"/>
                </a:solidFill>
                <a:latin typeface="Aptos"/>
              </a:defRPr>
            </a:pPr>
            <a:r>
              <a:t>5. Login as admin to approve hosts and monitor bookings, payments, tickets, and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StayNext demonstrates a complete rental marketplace workflow with role-based access, booking/payment processing, notifications, support, and admin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