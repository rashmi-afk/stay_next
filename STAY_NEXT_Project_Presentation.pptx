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92240" cy="2560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94360"/>
            <a:ext cx="4983480" cy="338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914400"/>
            <a:ext cx="5303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STAY_NEXT</a:t>
            </a:r>
          </a:p>
          <a:p>
            <a:r>
              <a:rPr sz="3000" b="1">
                <a:solidFill>
                  <a:srgbClr val="BFDBFE"/>
                </a:solidFill>
              </a:rPr>
              <a:t>Full Stack Airbnb Clone</a:t>
            </a:r>
          </a:p>
          <a:p>
            <a:r>
              <a:rPr sz="2000">
                <a:solidFill>
                  <a:srgbClr val="FFFFFF"/>
                </a:solidFill>
              </a:rPr>
              <a:t>College Project Presentation</a:t>
            </a:r>
          </a:p>
          <a:p>
            <a:r>
              <a:rPr sz="1600">
                <a:solidFill>
                  <a:srgbClr val="CBD5E1"/>
                </a:solidFill>
              </a:rPr>
              <a:t>MERN-based property rental platform with guest, host, and admin-ready 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51206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Frontend: React + Vite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Backend: Node.js + Express + MongoDB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Core Modules: Booking, Wishlist, Reviews, Tickets, Demo Payments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Why this project was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109728" cy="4297680"/>
          </a:xfrm>
          <a:prstGeom prst="round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Current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20"/>
            <a:ext cx="3337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Users need a simple platform to discover stays, compare listings, and book online.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Hosts need an easy way to publish and manage rental properties.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The project demonstrates a complete booking journey for academic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7160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371600"/>
            <a:ext cx="109728" cy="4297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5087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Project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74520"/>
            <a:ext cx="33375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Build a responsive Airbnb-style web app using the MERN stack.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Support role-based access for guests and hosts.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Handle booking, payment demo, reviews, wishlist, and customer support tickets.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371600"/>
            <a:ext cx="31089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1371600"/>
            <a:ext cx="109728" cy="42976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9368" y="15087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1874520"/>
            <a:ext cx="2788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full stack prototype ready for demos and presentations.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Realistic UI with end-to-end data flow.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Designed for future payment gateway and admin extensions.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Major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Implemented modules in the current codebase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109728" cy="1965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087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Guest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Browse all properties with search filters for location, price, and guests.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View property details, amenities, reviews, and booking form.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Manage bookings, wishlist, tickets, and demo payment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566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109728" cy="1965960"/>
          </a:xfrm>
          <a:prstGeom prst="round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5087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Host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745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Add, update, and delete properties.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View host-owned listings from My Properties.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Host booking route scaffold is already reserved in the app.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109728" cy="19659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087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Shared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87452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JWT-based authentication and protected routes.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Role-aware navigation and access control.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REST API with MongoDB persistence.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11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109728" cy="18288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749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Extra Demo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114800"/>
            <a:ext cx="4983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Realistic demo payment modal with Card, UPI, Net Banking, Wallet, and Cash at Property options.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Simulated payment success/failure while preserving the booking confirmation 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611880"/>
            <a:ext cx="5440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611880"/>
            <a:ext cx="109728" cy="1828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749040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Support &amp;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11480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Guests can submit booking-linked support tickets.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Confirmed bookings can receive ratings and textual reviews.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Wishlist module helps users save properties for later.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Tools and frameworks used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51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" cy="3566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087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874520"/>
            <a:ext cx="2331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React 19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Vite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React Router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Axios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Custom CSS styling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371600"/>
            <a:ext cx="2651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1371600"/>
            <a:ext cx="109728" cy="3566160"/>
          </a:xfrm>
          <a:prstGeom prst="round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5087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1874520"/>
            <a:ext cx="2331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Node.js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Express.js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JWT authentication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bcryptjs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Multer upload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651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109728" cy="35661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50876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874520"/>
            <a:ext cx="2331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MongoDB Atlas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Mongoose ODM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Collections for Users, Properties, Bookings, Payments, Reviews, Tickets, Wishlist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371600"/>
            <a:ext cx="2240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81160" y="1371600"/>
            <a:ext cx="109728" cy="3566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15087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Dev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1874520"/>
            <a:ext cx="1920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Git &amp; GitHub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Postman-style API testing flow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VS Code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PowerShell / npm scripts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F172A"/>
                </a:solidFill>
              </a:rPr>
              <a:t>Architecture style: React client consumes REST APIs exposed by Express, with MongoDB storing all persistent application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High-level data flow of the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</a:rPr>
              <a:t>React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0312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286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</a:rPr>
              <a:t>Express API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286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</a:rPr>
              <a:t>Business Logic
Controllers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10312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22860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</a:rPr>
              <a:t>MongoDB
Database</a:t>
            </a:r>
          </a:p>
        </p:txBody>
      </p:sp>
      <p:sp>
        <p:nvSpPr>
          <p:cNvPr id="12" name="Chevron 11"/>
          <p:cNvSpPr/>
          <p:nvPr/>
        </p:nvSpPr>
        <p:spPr>
          <a:xfrm>
            <a:off x="2834640" y="2331720"/>
            <a:ext cx="411480" cy="45720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5486400" y="2331720"/>
            <a:ext cx="411480" cy="45720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8138160" y="2331720"/>
            <a:ext cx="411480" cy="45720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Client layer handles routing, forms, filters, and protected pages.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Express routes forward requests to controllers such as auth, property, booking, payment, review, wishlist, and ticket modules.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Mongoose models store structured data in MongoDB and maintain relations between users, properties, and bookings.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End-to-End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What happens from browsing to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0F172A"/>
                </a:solidFill>
              </a:defRPr>
            </a:pPr>
            <a:r>
              <a:t>1. User registers or logs in as guest.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2. User searches properties and opens a property detail page.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3. User selects check-in, check-out, and guests, then creates a booking.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4. System computes total price and stores booking with pending status.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5. Demo payment UI opens and simulates a realistic checkout.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6. On success, backend marks payment as successful and booking as confirmed.</a:t>
            </a:r>
          </a:p>
          <a:p>
            <a:pPr>
              <a:defRPr sz="1900">
                <a:solidFill>
                  <a:srgbClr val="0F172A"/>
                </a:solidFill>
              </a:defRPr>
            </a:pPr>
            <a:r>
              <a:t>7. User can view bookings, add wishlist items, submit reviews, or raise support tickets.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4937760"/>
            <a:ext cx="3749039" cy="9144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516636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59669"/>
                </a:solidFill>
              </a:rPr>
              <a:t>Demo mode: realistic UX, zero real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Role-Based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How the application separates guest, host, and admin paths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9728" cy="35661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4592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Guest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32004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Browse properties and property details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Create bookings and use payment page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Manage wishlist, reviews, and support tickets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109728" cy="3566160"/>
          </a:xfrm>
          <a:prstGeom prst="round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4592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32004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Add, edit, and delete property listings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Access My Properties dashboard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Prepared routes for host booking 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50876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1000" y="1508760"/>
            <a:ext cx="109728" cy="3566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64592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Admin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011680"/>
            <a:ext cx="32004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Ticket management routes available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Protected placeholders for admin dashboard, users, and tickets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Can be expanded for moderation and analytics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Database and API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Key backend resources implemented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48132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Users: Register, login, JWT token generation, role 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76272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Properties: Create, update, delete, list, filter, and host-owned property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80944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09067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Bookings: Date validation, overlap protection, total price calculation, cancellation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3895344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Payments: Manual/demo payment record creation and booking confirmation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371600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48132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Reviews: Only confirmed bookings can submit ratings and comments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176272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2286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Wishlist: Save and remove favorite properties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980944"/>
            <a:ext cx="4892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09067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0F172A"/>
                </a:solidFill>
              </a:rPr>
              <a:t>Tickets: Raise and track support requests linked to bookings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Challenges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Important implementation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56616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9728" cy="374903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002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324612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Preventing invalid or overlapping bookings.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Solved using date normalization, guest validation, and overlap checks in the booking controller.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6616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109728" cy="3749039"/>
          </a:xfrm>
          <a:prstGeom prst="round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02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Challenge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24612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Keeping the payment demo realistic without using a real gateway.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Solved with a custom modal, method-specific UI, and backend-confirmed payment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56616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79" y="1463040"/>
            <a:ext cx="109728" cy="3749039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7" y="16002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F172A"/>
                </a:solidFill>
              </a:rPr>
              <a:t>Challenge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7" y="1965960"/>
            <a:ext cx="324612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Handling multiple user roles cleanly on the frontend.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Solved with a ProtectedRoute component and route-level allowedRoles checks.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How STAY_NEXT can be extended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F172A"/>
                </a:solidFill>
              </a:defRPr>
            </a:pPr>
            <a:r>
              <a:t>Integrate a real payment gateway such as Razorpay or Stripe for production use.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Build full admin dashboard with user, host, property, and ticket management analytics.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Add host booking calendar and availability blocking UI.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Implement notifications, email confirmations, and invoice download.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Improve search with map integration, sorting, and recommendation engine.</a:t>
            </a:r>
          </a:p>
          <a:p>
            <a:pPr>
              <a:defRPr sz="1800">
                <a:solidFill>
                  <a:srgbClr val="0F172A"/>
                </a:solidFill>
              </a:defRPr>
            </a:pPr>
            <a:r>
              <a:t>Deploy frontend and backend separately with CI/CD and environment-specific configs.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STAY_NEXT | Full Stack Airbnb Clone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75569"/>
                </a:solidFill>
              </a:rPr>
              <a:t>Project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24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D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9875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F172A"/>
                </a:solidFill>
              </a:defRPr>
            </a:pPr>
            <a:r>
              <a:t>STAY_NEXT is a complete MERN-stack rental platform inspired by Airbnb.</a:t>
            </a:r>
          </a:p>
          <a:p>
            <a:pPr algn="ctr">
              <a:defRPr sz="1900">
                <a:solidFill>
                  <a:srgbClr val="475569"/>
                </a:solidFill>
              </a:defRPr>
            </a:pPr>
            <a:r>
              <a:t>The project demonstrates frontend design, backend API development, database modeling, authentication, booking management, and realistic payment simulation.</a:t>
            </a:r>
          </a:p>
          <a:p>
            <a:pPr algn="ctr">
              <a:defRPr sz="1900">
                <a:solidFill>
                  <a:srgbClr val="475569"/>
                </a:solidFill>
              </a:defRPr>
            </a:pPr>
            <a:r>
              <a:t>It is well-suited for a college demonstration because it shows full project flow without requiring real-money transactions or complex compliance setup.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53492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Prepared from current project codebase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